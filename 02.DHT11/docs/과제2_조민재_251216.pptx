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08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54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9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64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9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21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49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98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80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3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8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17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80" y="3585072"/>
            <a:ext cx="2632853" cy="1895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5610" y="280998"/>
            <a:ext cx="4406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1. DHT11 GPIO </a:t>
            </a:r>
            <a:r>
              <a:rPr lang="ko-KR" altLang="en-US" b="1" dirty="0" err="1" smtClean="0"/>
              <a:t>오실로스코프</a:t>
            </a:r>
            <a:r>
              <a:rPr lang="ko-KR" altLang="en-US" b="1" dirty="0" smtClean="0"/>
              <a:t> 파형 분석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32208" y="3132775"/>
            <a:ext cx="2324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그림</a:t>
            </a:r>
            <a:r>
              <a:rPr lang="en-US" altLang="ko-KR" sz="1200" b="1" dirty="0" smtClean="0"/>
              <a:t>1. </a:t>
            </a:r>
            <a:r>
              <a:rPr lang="ko-KR" altLang="en-US" sz="1200" b="1" dirty="0" err="1" smtClean="0"/>
              <a:t>오실로스코프</a:t>
            </a:r>
            <a:r>
              <a:rPr lang="ko-KR" altLang="en-US" sz="1200" b="1" dirty="0" smtClean="0"/>
              <a:t> 측정 파형</a:t>
            </a:r>
            <a:endParaRPr lang="ko-KR" altLang="en-US" sz="1200" b="1" dirty="0"/>
          </a:p>
        </p:txBody>
      </p:sp>
      <p:grpSp>
        <p:nvGrpSpPr>
          <p:cNvPr id="4" name="그룹 3"/>
          <p:cNvGrpSpPr/>
          <p:nvPr/>
        </p:nvGrpSpPr>
        <p:grpSpPr>
          <a:xfrm>
            <a:off x="357386" y="692696"/>
            <a:ext cx="8423816" cy="2417978"/>
            <a:chOff x="1319686" y="3730749"/>
            <a:chExt cx="6870848" cy="1972213"/>
          </a:xfrm>
        </p:grpSpPr>
        <p:pic>
          <p:nvPicPr>
            <p:cNvPr id="2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647" r="1950"/>
            <a:stretch/>
          </p:blipFill>
          <p:spPr bwMode="auto">
            <a:xfrm>
              <a:off x="1319686" y="3730749"/>
              <a:ext cx="4327482" cy="197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07" t="37640" b="3671"/>
            <a:stretch/>
          </p:blipFill>
          <p:spPr bwMode="auto">
            <a:xfrm>
              <a:off x="4355976" y="3730750"/>
              <a:ext cx="3834558" cy="1972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1379647" y="1903132"/>
            <a:ext cx="5136569" cy="3400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10" dirty="0" smtClean="0"/>
              <a:t>00100001/00000000/00011101/00001000/01000101</a:t>
            </a:r>
            <a:endParaRPr lang="ko-KR" altLang="en-US" sz="161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452" y="4809208"/>
            <a:ext cx="1614486" cy="4714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992002" y="5088698"/>
            <a:ext cx="50405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1476402" y="4809208"/>
            <a:ext cx="701050" cy="29946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507363" y="5250976"/>
            <a:ext cx="670089" cy="324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2002" y="5517984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그림</a:t>
            </a:r>
            <a:r>
              <a:rPr lang="en-US" altLang="ko-KR" sz="1200" b="1" dirty="0" smtClean="0"/>
              <a:t>2. </a:t>
            </a:r>
            <a:r>
              <a:rPr lang="ko-KR" altLang="en-US" sz="1200" b="1" dirty="0" smtClean="0"/>
              <a:t>센서 데이터 </a:t>
            </a:r>
            <a:r>
              <a:rPr lang="ko-KR" altLang="en-US" sz="1200" b="1" dirty="0" smtClean="0"/>
              <a:t>측정</a:t>
            </a:r>
            <a:endParaRPr lang="ko-KR" altLang="en-US" sz="1200" b="1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25550"/>
              </p:ext>
            </p:extLst>
          </p:nvPr>
        </p:nvGraphicFramePr>
        <p:xfrm>
          <a:off x="4182541" y="3489975"/>
          <a:ext cx="2248032" cy="2514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344"/>
                <a:gridCol w="749344"/>
                <a:gridCol w="749344"/>
              </a:tblGrid>
              <a:tr h="381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Data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Bin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Dec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err="1" smtClean="0">
                          <a:solidFill>
                            <a:sysClr val="windowText" lastClr="000000"/>
                          </a:solidFill>
                        </a:rPr>
                        <a:t>Humi</a:t>
                      </a:r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 High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0010 0001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33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err="1" smtClean="0">
                          <a:solidFill>
                            <a:sysClr val="windowText" lastClr="000000"/>
                          </a:solidFill>
                        </a:rPr>
                        <a:t>Humi</a:t>
                      </a:r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 Low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0000 0000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Temp High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0001 1101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29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Temp Low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0000 1000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ysClr val="windowText" lastClr="000000"/>
                          </a:solidFill>
                        </a:rPr>
                        <a:t>Check Sum</a:t>
                      </a:r>
                      <a:endParaRPr lang="ko-KR" altLang="en-US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0100 0101</a:t>
                      </a:r>
                      <a:endParaRPr lang="ko-KR" altLang="en-US" sz="1100" b="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ysClr val="windowText" lastClr="000000"/>
                          </a:solidFill>
                        </a:rPr>
                        <a:t>69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729113" y="6048549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표</a:t>
            </a:r>
            <a:r>
              <a:rPr lang="en-US" altLang="ko-KR" sz="1200" b="1" dirty="0" smtClean="0"/>
              <a:t>1. </a:t>
            </a:r>
            <a:r>
              <a:rPr lang="ko-KR" altLang="en-US" sz="1200" b="1" dirty="0" smtClean="0"/>
              <a:t>파형 분석</a:t>
            </a:r>
            <a:endParaRPr lang="ko-KR" altLang="en-US" sz="1200" b="1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132" y="4089127"/>
            <a:ext cx="1661805" cy="4923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직사각형 32"/>
          <p:cNvSpPr/>
          <p:nvPr/>
        </p:nvSpPr>
        <p:spPr>
          <a:xfrm>
            <a:off x="992002" y="4816879"/>
            <a:ext cx="50405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연결선 33"/>
          <p:cNvCxnSpPr/>
          <p:nvPr/>
        </p:nvCxnSpPr>
        <p:spPr>
          <a:xfrm flipV="1">
            <a:off x="1476375" y="4060553"/>
            <a:ext cx="634402" cy="7242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1528981" y="4563393"/>
            <a:ext cx="648471" cy="3955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17202" y="4422701"/>
            <a:ext cx="2097049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분석 결과</a:t>
            </a:r>
            <a:endParaRPr lang="en-US" altLang="ko-KR" dirty="0" smtClean="0"/>
          </a:p>
          <a:p>
            <a:r>
              <a:rPr lang="en-US" altLang="ko-KR" dirty="0" smtClean="0"/>
              <a:t>: </a:t>
            </a:r>
            <a:r>
              <a:rPr lang="ko-KR" altLang="en-US" dirty="0" smtClean="0"/>
              <a:t>데이터 및 </a:t>
            </a:r>
            <a:r>
              <a:rPr lang="ko-KR" altLang="en-US" dirty="0" err="1" smtClean="0"/>
              <a:t>체크섬</a:t>
            </a:r>
            <a:endParaRPr lang="en-US" altLang="ko-KR" dirty="0" smtClean="0"/>
          </a:p>
          <a:p>
            <a:r>
              <a:rPr lang="ko-KR" altLang="en-US" dirty="0" smtClean="0"/>
              <a:t>검증 완료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27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64</Words>
  <Application>Microsoft Office PowerPoint</Application>
  <PresentationFormat>화면 슬라이드 쇼(4:3)</PresentationFormat>
  <Paragraphs>26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2025-12-15T07:13:14Z</dcterms:created>
  <dcterms:modified xsi:type="dcterms:W3CDTF">2025-12-16T08:00:50Z</dcterms:modified>
</cp:coreProperties>
</file>