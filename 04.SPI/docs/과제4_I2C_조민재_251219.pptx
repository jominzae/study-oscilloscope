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14" y="-4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75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07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35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62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03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17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28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5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60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0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47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7D5E2-5A23-4EE1-9950-0915E80F6863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A1BCB-D3F5-4390-ADAF-CAB5E11E0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17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192832"/>
            <a:ext cx="227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 I2C Protocol </a:t>
            </a:r>
            <a:r>
              <a:rPr lang="ko-KR" altLang="en-US" b="1" dirty="0" smtClean="0"/>
              <a:t>분석</a:t>
            </a:r>
            <a:endParaRPr lang="ko-KR" altLang="en-US" b="1" dirty="0"/>
          </a:p>
        </p:txBody>
      </p:sp>
      <p:pic>
        <p:nvPicPr>
          <p:cNvPr id="2052" name="Picture 4" descr="https://blog.kakaocdn.net/dna/c60wZc/btq8Rtaghde/AAAAAAAAAAAAAAAAAAAAAB2A5rKfjCmslL4wazdyFto1ekslXYgKGYf1D7Aht6XU/img.png?credential=yqXZFxpELC7KVnFOS48ylbz2pIh7yKj8&amp;expires=1767193199&amp;allow_ip=&amp;allow_referer=&amp;signature=Pw7sLbT%2BOGwkP1yrFMDw0BFsPLs%3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90" y="1635368"/>
            <a:ext cx="3962678" cy="132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blog.kakaocdn.net/dna/covmYl/btq8SBllzS7/AAAAAAAAAAAAAAAAAAAAANMHmasX5rEJp_C3N8P8kAOC0WeBFRgtsBo8FQyLC4Fb/img.png?credential=yqXZFxpELC7KVnFOS48ylbz2pIh7yKj8&amp;expires=1767193199&amp;allow_ip=&amp;allow_referer=&amp;signature=ZL0GSXDEDMRFdeXgvYPQviEH9%2BA%3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90" y="2958903"/>
            <a:ext cx="3962678" cy="134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1290" y="692696"/>
            <a:ext cx="5058180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 smtClean="0"/>
              <a:t>SDA : </a:t>
            </a:r>
            <a:r>
              <a:rPr lang="ko-KR" altLang="en-US" sz="1400" dirty="0" smtClean="0"/>
              <a:t>데이터를 주고받음</a:t>
            </a:r>
            <a:endParaRPr lang="en-US" altLang="ko-KR" sz="1400" dirty="0" smtClean="0"/>
          </a:p>
          <a:p>
            <a:pPr marL="285750" indent="-285750">
              <a:buFontTx/>
              <a:buChar char="-"/>
            </a:pPr>
            <a:r>
              <a:rPr lang="en-US" altLang="ko-KR" sz="1400" dirty="0" smtClean="0"/>
              <a:t>SCL : </a:t>
            </a:r>
            <a:r>
              <a:rPr lang="ko-KR" altLang="en-US" sz="1400" dirty="0" smtClean="0"/>
              <a:t>송</a:t>
            </a:r>
            <a:r>
              <a:rPr lang="en-US" altLang="ko-KR" sz="1400" dirty="0" smtClean="0"/>
              <a:t>.</a:t>
            </a:r>
            <a:r>
              <a:rPr lang="ko-KR" altLang="en-US" sz="1400" dirty="0" smtClean="0"/>
              <a:t>수신 동기화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클럭신호</a:t>
            </a:r>
            <a:r>
              <a:rPr lang="en-US" altLang="ko-KR" sz="1400" dirty="0" smtClean="0"/>
              <a:t>)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smtClean="0"/>
              <a:t>SDA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SCL</a:t>
            </a:r>
            <a:r>
              <a:rPr lang="ko-KR" altLang="en-US" sz="1400" dirty="0" smtClean="0"/>
              <a:t>은 </a:t>
            </a:r>
            <a:r>
              <a:rPr lang="ko-KR" altLang="en-US" sz="1400" dirty="0" err="1" smtClean="0"/>
              <a:t>풀업저항에</a:t>
            </a:r>
            <a:r>
              <a:rPr lang="ko-KR" altLang="en-US" sz="1400" dirty="0" smtClean="0"/>
              <a:t> 의해 기본</a:t>
            </a:r>
            <a:r>
              <a:rPr lang="en-US" altLang="ko-KR" sz="1400" dirty="0" smtClean="0"/>
              <a:t>(Idle State)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High</a:t>
            </a:r>
            <a:r>
              <a:rPr lang="ko-KR" altLang="en-US" sz="1400" dirty="0" smtClean="0"/>
              <a:t>이다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044" y="1772816"/>
            <a:ext cx="4426572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21290" y="4509120"/>
            <a:ext cx="8470460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 smtClean="0"/>
              <a:t>SDA</a:t>
            </a:r>
            <a:r>
              <a:rPr lang="ko-KR" altLang="en-US" sz="1400" dirty="0" smtClean="0"/>
              <a:t>가 </a:t>
            </a:r>
            <a:r>
              <a:rPr lang="en-US" altLang="ko-KR" sz="1400" dirty="0" smtClean="0"/>
              <a:t>LOW</a:t>
            </a:r>
            <a:r>
              <a:rPr lang="ko-KR" altLang="en-US" sz="1400" dirty="0" smtClean="0"/>
              <a:t>로 바뀌면 </a:t>
            </a:r>
            <a:r>
              <a:rPr lang="en-US" altLang="ko-KR" sz="1400" dirty="0" smtClean="0"/>
              <a:t>SCL</a:t>
            </a:r>
            <a:r>
              <a:rPr lang="ko-KR" altLang="en-US" sz="1400" dirty="0" smtClean="0"/>
              <a:t>선에 </a:t>
            </a:r>
            <a:r>
              <a:rPr lang="ko-KR" altLang="en-US" sz="1400" dirty="0" err="1" smtClean="0"/>
              <a:t>클럭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신호가 만들어지고 </a:t>
            </a:r>
            <a:r>
              <a:rPr lang="ko-KR" altLang="en-US" sz="1400" dirty="0" err="1" smtClean="0"/>
              <a:t>클럭</a:t>
            </a:r>
            <a:r>
              <a:rPr lang="ko-KR" altLang="en-US" sz="1400" dirty="0" smtClean="0"/>
              <a:t> 신호가 </a:t>
            </a:r>
            <a:r>
              <a:rPr lang="en-US" altLang="ko-KR" sz="1400" dirty="0" smtClean="0"/>
              <a:t>High </a:t>
            </a:r>
            <a:r>
              <a:rPr lang="ko-KR" altLang="en-US" sz="1400" dirty="0" err="1" smtClean="0"/>
              <a:t>일때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SDA </a:t>
            </a:r>
            <a:r>
              <a:rPr lang="ko-KR" altLang="en-US" sz="1400" dirty="0" smtClean="0"/>
              <a:t>신호를 읽는다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 err="1" smtClean="0"/>
              <a:t>첫번째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7</a:t>
            </a:r>
            <a:r>
              <a:rPr lang="ko-KR" altLang="en-US" sz="1400" dirty="0" smtClean="0"/>
              <a:t>비트는 </a:t>
            </a:r>
            <a:r>
              <a:rPr lang="ko-KR" altLang="en-US" sz="1400" dirty="0" err="1" smtClean="0"/>
              <a:t>슬레이브의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주소값이다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 err="1" smtClean="0"/>
              <a:t>두번째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비트는 </a:t>
            </a:r>
            <a:r>
              <a:rPr lang="en-US" altLang="ko-KR" sz="1400" dirty="0" smtClean="0"/>
              <a:t>R/W Bit</a:t>
            </a:r>
            <a:r>
              <a:rPr lang="ko-KR" altLang="en-US" sz="1400" dirty="0" smtClean="0"/>
              <a:t>이다</a:t>
            </a:r>
            <a:r>
              <a:rPr lang="en-US" altLang="ko-KR" sz="1400" dirty="0" smtClean="0"/>
              <a:t>. (LOW : Write, High : Read)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 err="1" smtClean="0"/>
              <a:t>세번째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비트는 </a:t>
            </a:r>
            <a:r>
              <a:rPr lang="en-US" altLang="ko-KR" sz="1400" dirty="0" err="1" smtClean="0"/>
              <a:t>Ack</a:t>
            </a:r>
            <a:r>
              <a:rPr lang="en-US" altLang="ko-KR" sz="1400" dirty="0" smtClean="0"/>
              <a:t> Bit</a:t>
            </a:r>
            <a:r>
              <a:rPr lang="ko-KR" altLang="en-US" sz="1400" dirty="0" smtClean="0"/>
              <a:t>이다</a:t>
            </a:r>
            <a:r>
              <a:rPr lang="en-US" altLang="ko-KR" sz="1400" dirty="0" smtClean="0"/>
              <a:t>. (LOW : </a:t>
            </a:r>
            <a:r>
              <a:rPr lang="en-US" altLang="ko-KR" sz="1400" dirty="0" err="1" smtClean="0"/>
              <a:t>Ack</a:t>
            </a:r>
            <a:r>
              <a:rPr lang="en-US" altLang="ko-KR" sz="1400" dirty="0" smtClean="0"/>
              <a:t>, High : </a:t>
            </a:r>
            <a:r>
              <a:rPr lang="en-US" altLang="ko-KR" sz="1400" dirty="0" err="1" smtClean="0"/>
              <a:t>NAck</a:t>
            </a:r>
            <a:r>
              <a:rPr lang="en-US" altLang="ko-KR" sz="1400" dirty="0" smtClean="0"/>
              <a:t>) (</a:t>
            </a:r>
            <a:r>
              <a:rPr lang="en-US" altLang="ko-KR" sz="1400" dirty="0" err="1" smtClean="0"/>
              <a:t>NAck</a:t>
            </a:r>
            <a:r>
              <a:rPr lang="en-US" altLang="ko-KR" sz="1400" dirty="0" smtClean="0"/>
              <a:t> : </a:t>
            </a:r>
            <a:r>
              <a:rPr lang="ko-KR" altLang="en-US" sz="1400" dirty="0" smtClean="0"/>
              <a:t>통신 에러 </a:t>
            </a:r>
            <a:r>
              <a:rPr lang="en-US" altLang="ko-KR" sz="1400" dirty="0" smtClean="0"/>
              <a:t>/ </a:t>
            </a:r>
            <a:r>
              <a:rPr lang="ko-KR" altLang="en-US" sz="1400" dirty="0" smtClean="0"/>
              <a:t>데이터 에러</a:t>
            </a:r>
            <a:r>
              <a:rPr lang="en-US" altLang="ko-KR" sz="1400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 err="1" smtClean="0"/>
              <a:t>네번째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8</a:t>
            </a:r>
            <a:r>
              <a:rPr lang="ko-KR" altLang="en-US" sz="1400" dirty="0" smtClean="0"/>
              <a:t>비트는 </a:t>
            </a:r>
            <a:r>
              <a:rPr lang="en-US" altLang="ko-KR" sz="1400" dirty="0" smtClean="0"/>
              <a:t>Data Bit</a:t>
            </a:r>
            <a:r>
              <a:rPr lang="ko-KR" altLang="en-US" sz="1400" dirty="0" smtClean="0"/>
              <a:t>이다</a:t>
            </a:r>
            <a:r>
              <a:rPr lang="en-US" altLang="ko-KR" sz="1400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 err="1" smtClean="0"/>
              <a:t>다섯번째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비트는 </a:t>
            </a:r>
            <a:r>
              <a:rPr lang="en-US" altLang="ko-KR" sz="1400" dirty="0" err="1" smtClean="0"/>
              <a:t>Ack</a:t>
            </a:r>
            <a:r>
              <a:rPr lang="en-US" altLang="ko-KR" sz="1400" dirty="0" smtClean="0"/>
              <a:t> Bit</a:t>
            </a:r>
            <a:r>
              <a:rPr lang="ko-KR" altLang="en-US" sz="1400" dirty="0" smtClean="0"/>
              <a:t>이다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81916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" t="2342" r="20653" b="3241"/>
          <a:stretch/>
        </p:blipFill>
        <p:spPr bwMode="auto">
          <a:xfrm>
            <a:off x="323528" y="696887"/>
            <a:ext cx="8498749" cy="3546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192832"/>
            <a:ext cx="2929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 I2C ‘2’ </a:t>
            </a:r>
            <a:r>
              <a:rPr lang="ko-KR" altLang="en-US" b="1" dirty="0" smtClean="0"/>
              <a:t>전송 예제 테스트</a:t>
            </a:r>
            <a:endParaRPr lang="ko-KR" altLang="en-US" b="1" dirty="0"/>
          </a:p>
        </p:txBody>
      </p:sp>
      <p:sp>
        <p:nvSpPr>
          <p:cNvPr id="7" name="직사각형 6"/>
          <p:cNvSpPr/>
          <p:nvPr/>
        </p:nvSpPr>
        <p:spPr>
          <a:xfrm>
            <a:off x="1168400" y="1200944"/>
            <a:ext cx="450849" cy="324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endCxn id="7" idx="2"/>
          </p:cNvCxnSpPr>
          <p:nvPr/>
        </p:nvCxnSpPr>
        <p:spPr>
          <a:xfrm flipV="1">
            <a:off x="1393825" y="4441304"/>
            <a:ext cx="0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168" y="5017368"/>
            <a:ext cx="1417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START </a:t>
            </a:r>
            <a:r>
              <a:rPr lang="ko-KR" altLang="en-US" b="1" dirty="0" smtClean="0"/>
              <a:t>신호</a:t>
            </a:r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1611579" y="1200944"/>
            <a:ext cx="2200400" cy="324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endCxn id="17" idx="2"/>
          </p:cNvCxnSpPr>
          <p:nvPr/>
        </p:nvCxnSpPr>
        <p:spPr>
          <a:xfrm flipV="1">
            <a:off x="2711779" y="4441304"/>
            <a:ext cx="0" cy="94539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03123" y="5424556"/>
            <a:ext cx="1525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Slave </a:t>
            </a:r>
            <a:r>
              <a:rPr lang="ko-KR" altLang="en-US" b="1" dirty="0" err="1" smtClean="0"/>
              <a:t>주소값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0x27</a:t>
            </a:r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500703" y="2332987"/>
            <a:ext cx="24181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0  1  0  0  1  1  1</a:t>
            </a:r>
            <a:endParaRPr lang="ko-KR" altLang="en-US" sz="2000" b="1" dirty="0"/>
          </a:p>
        </p:txBody>
      </p:sp>
      <p:sp>
        <p:nvSpPr>
          <p:cNvPr id="26" name="직사각형 25"/>
          <p:cNvSpPr/>
          <p:nvPr/>
        </p:nvSpPr>
        <p:spPr>
          <a:xfrm>
            <a:off x="3801325" y="1200944"/>
            <a:ext cx="332526" cy="324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/>
          <p:cNvCxnSpPr/>
          <p:nvPr/>
        </p:nvCxnSpPr>
        <p:spPr>
          <a:xfrm flipV="1">
            <a:off x="3993897" y="4441304"/>
            <a:ext cx="0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94634" y="5030276"/>
            <a:ext cx="1168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Write Bit</a:t>
            </a:r>
          </a:p>
          <a:p>
            <a:pPr algn="ctr"/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30" name="직사각형 29"/>
          <p:cNvSpPr/>
          <p:nvPr/>
        </p:nvSpPr>
        <p:spPr>
          <a:xfrm>
            <a:off x="4133851" y="1200944"/>
            <a:ext cx="332526" cy="324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/>
          <p:nvPr/>
        </p:nvCxnSpPr>
        <p:spPr>
          <a:xfrm flipV="1">
            <a:off x="4326423" y="4441304"/>
            <a:ext cx="0" cy="151216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17060" y="5953472"/>
            <a:ext cx="1020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ACK Bit</a:t>
            </a:r>
          </a:p>
          <a:p>
            <a:pPr algn="ctr"/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34" name="직사각형 33"/>
          <p:cNvSpPr/>
          <p:nvPr/>
        </p:nvSpPr>
        <p:spPr>
          <a:xfrm>
            <a:off x="4466376" y="1200944"/>
            <a:ext cx="2486873" cy="324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/>
          <p:cNvCxnSpPr/>
          <p:nvPr/>
        </p:nvCxnSpPr>
        <p:spPr>
          <a:xfrm flipV="1">
            <a:off x="5709812" y="4441304"/>
            <a:ext cx="0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59636" y="5030276"/>
            <a:ext cx="1300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Data Bit</a:t>
            </a:r>
          </a:p>
          <a:p>
            <a:pPr algn="ctr"/>
            <a:r>
              <a:rPr lang="en-US" altLang="ko-KR" b="1" dirty="0" smtClean="0"/>
              <a:t>‘2’ = 0x32</a:t>
            </a:r>
            <a:endParaRPr lang="ko-KR" alt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4396216" y="2332987"/>
            <a:ext cx="255623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0  0  1  1  0  0 1 0</a:t>
            </a:r>
            <a:endParaRPr lang="ko-KR" altLang="en-US" sz="2000" b="1" dirty="0"/>
          </a:p>
        </p:txBody>
      </p:sp>
      <p:sp>
        <p:nvSpPr>
          <p:cNvPr id="41" name="직사각형 40"/>
          <p:cNvSpPr/>
          <p:nvPr/>
        </p:nvSpPr>
        <p:spPr>
          <a:xfrm>
            <a:off x="6957588" y="1200944"/>
            <a:ext cx="332526" cy="324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화살표 연결선 41"/>
          <p:cNvCxnSpPr/>
          <p:nvPr/>
        </p:nvCxnSpPr>
        <p:spPr>
          <a:xfrm flipV="1">
            <a:off x="7150160" y="4441304"/>
            <a:ext cx="0" cy="151216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41965" y="5953472"/>
            <a:ext cx="1020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/>
              <a:t>ACK Bit</a:t>
            </a:r>
          </a:p>
          <a:p>
            <a:pPr algn="ctr"/>
            <a:r>
              <a:rPr lang="en-US" altLang="ko-KR" b="1" dirty="0"/>
              <a:t>0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3818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836712"/>
            <a:ext cx="6651996" cy="5486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192832"/>
            <a:ext cx="3248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* I2C – LCD – STM32 </a:t>
            </a:r>
            <a:r>
              <a:rPr lang="ko-KR" altLang="en-US" b="1" dirty="0"/>
              <a:t>배선도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62346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161</Words>
  <Application>Microsoft Office PowerPoint</Application>
  <PresentationFormat>화면 슬라이드 쇼(4:3)</PresentationFormat>
  <Paragraphs>26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</cp:revision>
  <dcterms:created xsi:type="dcterms:W3CDTF">2025-12-19T02:32:05Z</dcterms:created>
  <dcterms:modified xsi:type="dcterms:W3CDTF">2025-12-19T08:07:17Z</dcterms:modified>
</cp:coreProperties>
</file>