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322" autoAdjust="0"/>
  </p:normalViewPr>
  <p:slideViewPr>
    <p:cSldViewPr>
      <p:cViewPr varScale="1">
        <p:scale>
          <a:sx n="112" d="100"/>
          <a:sy n="112" d="100"/>
        </p:scale>
        <p:origin x="-168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81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913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95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72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64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25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09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78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67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979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63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AD801-137B-4762-BAE0-EC7CFAD1345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8E278-9FF2-4BFA-8C23-536BAE186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52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0" t="4997" r="3813" b="4340"/>
          <a:stretch/>
        </p:blipFill>
        <p:spPr bwMode="auto">
          <a:xfrm>
            <a:off x="526788" y="489102"/>
            <a:ext cx="4824327" cy="291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371" y="1635212"/>
            <a:ext cx="2636914" cy="1766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846009" y="1074462"/>
            <a:ext cx="1073922" cy="6141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 smtClean="0">
                <a:solidFill>
                  <a:srgbClr val="FFC000"/>
                </a:solidFill>
              </a:rPr>
              <a:t>노랑 </a:t>
            </a:r>
            <a:r>
              <a:rPr lang="en-US" altLang="ko-KR" sz="1200" b="1" dirty="0" smtClean="0">
                <a:solidFill>
                  <a:srgbClr val="FFC000"/>
                </a:solidFill>
              </a:rPr>
              <a:t>: Trig</a:t>
            </a:r>
          </a:p>
          <a:p>
            <a:r>
              <a:rPr lang="ko-KR" altLang="en-US" sz="1200" b="1" dirty="0" smtClean="0">
                <a:solidFill>
                  <a:srgbClr val="0070C0"/>
                </a:solidFill>
              </a:rPr>
              <a:t>파랑 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: Echo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19931" y="2143792"/>
            <a:ext cx="591990" cy="3748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 smtClean="0">
                <a:solidFill>
                  <a:srgbClr val="FFC000"/>
                </a:solidFill>
              </a:rPr>
              <a:t>Trig : 10us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662658" y="2143793"/>
            <a:ext cx="654706" cy="3748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 smtClean="0">
                <a:solidFill>
                  <a:srgbClr val="0070C0"/>
                </a:solidFill>
              </a:rPr>
              <a:t>Echo : 230us</a:t>
            </a:r>
            <a:endParaRPr lang="en-US" altLang="ko-KR" sz="1000" b="1" dirty="0" smtClean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80371" y="485964"/>
            <a:ext cx="2715808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230us / 2 = 115us</a:t>
            </a:r>
          </a:p>
          <a:p>
            <a:r>
              <a:rPr lang="en-US" altLang="ko-KR" dirty="0" smtClean="0"/>
              <a:t>115us / 29us = 3.96</a:t>
            </a:r>
          </a:p>
          <a:p>
            <a:r>
              <a:rPr lang="ko-KR" altLang="en-US" dirty="0" err="1" smtClean="0"/>
              <a:t>소수분</a:t>
            </a:r>
            <a:r>
              <a:rPr lang="ko-KR" altLang="en-US" dirty="0" smtClean="0"/>
              <a:t> 제외하면 </a:t>
            </a:r>
            <a:r>
              <a:rPr lang="ko-KR" altLang="en-US" b="1" dirty="0" smtClean="0"/>
              <a:t>약 </a:t>
            </a:r>
            <a:r>
              <a:rPr lang="en-US" altLang="ko-KR" b="1" dirty="0" smtClean="0"/>
              <a:t>3cm</a:t>
            </a:r>
            <a:endParaRPr lang="ko-KR" altLang="en-US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51" y="3695868"/>
            <a:ext cx="4813964" cy="2985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22"/>
          <a:stretch/>
        </p:blipFill>
        <p:spPr bwMode="auto">
          <a:xfrm>
            <a:off x="5880371" y="5070660"/>
            <a:ext cx="1928849" cy="159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5880371" y="3716052"/>
            <a:ext cx="2868093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950us / 2 = 475us</a:t>
            </a:r>
          </a:p>
          <a:p>
            <a:r>
              <a:rPr lang="en-US" altLang="ko-KR" dirty="0" smtClean="0"/>
              <a:t>475us / 29us = 16.37</a:t>
            </a:r>
          </a:p>
          <a:p>
            <a:r>
              <a:rPr lang="ko-KR" altLang="en-US" dirty="0" err="1" smtClean="0"/>
              <a:t>소수분</a:t>
            </a:r>
            <a:r>
              <a:rPr lang="ko-KR" altLang="en-US" dirty="0" smtClean="0"/>
              <a:t> 제외하면 </a:t>
            </a:r>
            <a:r>
              <a:rPr lang="ko-KR" altLang="en-US" b="1" dirty="0" smtClean="0"/>
              <a:t>약 </a:t>
            </a:r>
            <a:r>
              <a:rPr lang="en-US" altLang="ko-KR" b="1" dirty="0" smtClean="0"/>
              <a:t>16cm</a:t>
            </a:r>
            <a:endParaRPr lang="ko-KR" altLang="en-US" b="1" dirty="0"/>
          </a:p>
        </p:txBody>
      </p:sp>
      <p:sp>
        <p:nvSpPr>
          <p:cNvPr id="16" name="직사각형 15"/>
          <p:cNvSpPr/>
          <p:nvPr/>
        </p:nvSpPr>
        <p:spPr>
          <a:xfrm>
            <a:off x="2193244" y="5280044"/>
            <a:ext cx="591990" cy="3748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 smtClean="0">
                <a:solidFill>
                  <a:srgbClr val="FFC000"/>
                </a:solidFill>
              </a:rPr>
              <a:t>Trig : 10us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935971" y="5280045"/>
            <a:ext cx="654706" cy="3748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 smtClean="0">
                <a:solidFill>
                  <a:srgbClr val="0070C0"/>
                </a:solidFill>
              </a:rPr>
              <a:t>Echo : 950us</a:t>
            </a:r>
            <a:endParaRPr lang="en-US" altLang="ko-KR" sz="1000" b="1" dirty="0" smtClean="0">
              <a:solidFill>
                <a:srgbClr val="FFC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7151" y="116632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 </a:t>
            </a:r>
            <a:r>
              <a:rPr lang="ko-KR" altLang="en-US" b="1" dirty="0" smtClean="0"/>
              <a:t>초음파 펄스측정 결과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44592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50</Words>
  <Application>Microsoft Office PowerPoint</Application>
  <PresentationFormat>화면 슬라이드 쇼(4:3)</PresentationFormat>
  <Paragraphs>13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</cp:revision>
  <dcterms:created xsi:type="dcterms:W3CDTF">2025-12-18T10:17:52Z</dcterms:created>
  <dcterms:modified xsi:type="dcterms:W3CDTF">2025-12-18T10:51:50Z</dcterms:modified>
</cp:coreProperties>
</file>