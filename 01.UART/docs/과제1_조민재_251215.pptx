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050" y="-8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54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9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64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6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21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49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98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80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3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38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C71CC-D242-4740-A613-CA0DCBDB88B7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40941-A8D5-4DF7-8F38-457E1317C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17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307005"/>
              </p:ext>
            </p:extLst>
          </p:nvPr>
        </p:nvGraphicFramePr>
        <p:xfrm>
          <a:off x="503548" y="1093386"/>
          <a:ext cx="8136905" cy="1543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381"/>
                <a:gridCol w="1627381"/>
                <a:gridCol w="1627381"/>
                <a:gridCol w="1627381"/>
                <a:gridCol w="1627381"/>
              </a:tblGrid>
              <a:tr h="385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 smtClean="0">
                          <a:solidFill>
                            <a:sysClr val="windowText" lastClr="000000"/>
                          </a:solidFill>
                        </a:rPr>
                        <a:t>Chr</a:t>
                      </a:r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</a:rPr>
                        <a:t>Hex</a:t>
                      </a:r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0x34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0x36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0x30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0x31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</a:rPr>
                        <a:t>Bin</a:t>
                      </a:r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0011 0100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0011 0110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0011 0000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0011 0001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</a:rPr>
                        <a:t>Bin(LSB)</a:t>
                      </a:r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0010 1100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0110 1100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0000 1100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ysClr val="windowText" lastClr="000000"/>
                          </a:solidFill>
                        </a:rPr>
                        <a:t>1000 1100</a:t>
                      </a:r>
                      <a:endParaRPr lang="ko-KR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66" y="3155995"/>
            <a:ext cx="3955368" cy="2983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5610" y="465664"/>
            <a:ext cx="6417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번호 뒷자리 </a:t>
            </a:r>
            <a:r>
              <a:rPr lang="en-US" altLang="ko-KR" b="1" dirty="0" smtClean="0"/>
              <a:t>4</a:t>
            </a:r>
            <a:r>
              <a:rPr lang="ko-KR" altLang="en-US" b="1" dirty="0" smtClean="0"/>
              <a:t>개 </a:t>
            </a:r>
            <a:r>
              <a:rPr lang="en-US" altLang="ko-KR" b="1" dirty="0" smtClean="0"/>
              <a:t>STM32 – UART </a:t>
            </a:r>
            <a:r>
              <a:rPr lang="ko-KR" altLang="en-US" b="1" dirty="0" err="1" smtClean="0"/>
              <a:t>오실로스코프</a:t>
            </a:r>
            <a:r>
              <a:rPr lang="ko-KR" altLang="en-US" b="1" dirty="0" smtClean="0"/>
              <a:t> 파형 분석</a:t>
            </a:r>
            <a:endParaRPr lang="ko-KR" altLang="en-US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631"/>
              </p:ext>
            </p:extLst>
          </p:nvPr>
        </p:nvGraphicFramePr>
        <p:xfrm>
          <a:off x="5220072" y="3459973"/>
          <a:ext cx="3096344" cy="2320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72"/>
                <a:gridCol w="1548172"/>
              </a:tblGrid>
              <a:tr h="464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ysClr val="windowText" lastClr="000000"/>
                          </a:solidFill>
                        </a:rPr>
                        <a:t>Baudrate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9600 bps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4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Start</a:t>
                      </a:r>
                      <a:r>
                        <a:rPr lang="en-US" altLang="ko-KR" sz="1600" baseline="0" dirty="0" smtClean="0">
                          <a:solidFill>
                            <a:sysClr val="windowText" lastClr="000000"/>
                          </a:solidFill>
                        </a:rPr>
                        <a:t> bit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1 bit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4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Data bits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8 bit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4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Stop bit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1 bit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4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Idle State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HIGH(3.3V)</a:t>
                      </a:r>
                      <a:endParaRPr lang="ko-KR" altLang="en-US" sz="1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38007" y="2694679"/>
            <a:ext cx="2113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표</a:t>
            </a:r>
            <a:r>
              <a:rPr lang="en-US" altLang="ko-KR" sz="1200" b="1" dirty="0" smtClean="0"/>
              <a:t>1. “4601” </a:t>
            </a:r>
            <a:r>
              <a:rPr lang="ko-KR" altLang="en-US" sz="1200" b="1" dirty="0" smtClean="0"/>
              <a:t>예상 파형 분석</a:t>
            </a:r>
            <a:endParaRPr lang="ko-KR" alt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012159" y="6001131"/>
            <a:ext cx="1849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표</a:t>
            </a:r>
            <a:r>
              <a:rPr lang="en-US" altLang="ko-KR" sz="1200" b="1" dirty="0" smtClean="0"/>
              <a:t>2. STM32 UART </a:t>
            </a:r>
            <a:r>
              <a:rPr lang="ko-KR" altLang="en-US" sz="1200" b="1" dirty="0" smtClean="0"/>
              <a:t>설정</a:t>
            </a:r>
            <a:endParaRPr lang="ko-KR" alt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466855" y="6185762"/>
            <a:ext cx="23246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그림</a:t>
            </a:r>
            <a:r>
              <a:rPr lang="en-US" altLang="ko-KR" sz="1200" b="1" dirty="0" smtClean="0"/>
              <a:t>1. </a:t>
            </a:r>
            <a:r>
              <a:rPr lang="ko-KR" altLang="en-US" sz="1200" b="1" dirty="0" err="1" smtClean="0"/>
              <a:t>오실로스코프</a:t>
            </a:r>
            <a:r>
              <a:rPr lang="ko-KR" altLang="en-US" sz="1200" b="1" dirty="0" smtClean="0"/>
              <a:t> 측정 파형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8279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691680" y="-652598"/>
            <a:ext cx="5760640" cy="8163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3477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81</Words>
  <Application>Microsoft Office PowerPoint</Application>
  <PresentationFormat>화면 슬라이드 쇼(4:3)</PresentationFormat>
  <Paragraphs>34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2025-12-15T07:13:14Z</dcterms:created>
  <dcterms:modified xsi:type="dcterms:W3CDTF">2025-12-16T07:26:55Z</dcterms:modified>
</cp:coreProperties>
</file>